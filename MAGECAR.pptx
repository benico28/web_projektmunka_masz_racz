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8" r:id="rId3"/>
    <p:sldId id="259" r:id="rId4"/>
    <p:sldId id="264" r:id="rId5"/>
    <p:sldId id="262" r:id="rId6"/>
    <p:sldId id="265" r:id="rId7"/>
    <p:sldId id="263" r:id="rId8"/>
  </p:sldIdLst>
  <p:sldSz cx="18288000" cy="10287000"/>
  <p:notesSz cx="6858000" cy="9144000"/>
  <p:embeddedFontLst>
    <p:embeddedFont>
      <p:font typeface="Microsoft YaHei" panose="020B0503020204020204" pitchFamily="34" charset="-122"/>
      <p:regular r:id="rId9"/>
      <p:bold r:id="rId10"/>
    </p:embeddedFont>
    <p:embeddedFont>
      <p:font typeface="Microsoft YaHei Light" panose="020B0502040204020203" pitchFamily="34" charset="-122"/>
      <p:regular r:id="rId11"/>
    </p:embeddedFont>
    <p:embeddedFont>
      <p:font typeface="Microsoft YaHei UI" panose="020B0503020204020204" pitchFamily="34" charset="-122"/>
      <p:regular r:id="rId12"/>
      <p:bold r:id="rId13"/>
    </p:embeddedFont>
    <p:embeddedFont>
      <p:font typeface="PMingLiU-ExtB" panose="02020500000000000000" pitchFamily="18" charset="-120"/>
      <p:regular r:id="rId14"/>
    </p:embeddedFont>
    <p:embeddedFont>
      <p:font typeface="Baskerville Old Face" panose="02020602080505020303" pitchFamily="18" charset="0"/>
      <p:regular r:id="rId15"/>
    </p:embeddedFon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Poppins Bold" panose="020B0604020202020204" charset="-18"/>
      <p:regular r:id="rId20"/>
      <p:bold r:id="rId21"/>
    </p:embeddedFont>
    <p:embeddedFont>
      <p:font typeface="Poppins Light" panose="020B0604020202020204" charset="-18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658" autoAdjust="0"/>
  </p:normalViewPr>
  <p:slideViewPr>
    <p:cSldViewPr>
      <p:cViewPr varScale="1">
        <p:scale>
          <a:sx n="73" d="100"/>
          <a:sy n="73" d="100"/>
        </p:scale>
        <p:origin x="594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3.fntdata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presProps" Target="presProps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font" Target="fonts/font1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217" r="-1521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408831" y="906148"/>
            <a:ext cx="7505700" cy="21967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039"/>
              </a:lnSpc>
            </a:pPr>
            <a:r>
              <a:rPr lang="hu-HU" sz="9600" dirty="0">
                <a:latin typeface="PMingLiU-ExtB" panose="02020500000000000000" pitchFamily="18" charset="-120"/>
                <a:ea typeface="PMingLiU-ExtB" panose="02020500000000000000" pitchFamily="18" charset="-120"/>
                <a:cs typeface="Poppins Bold" panose="020B0604020202020204" charset="-18"/>
              </a:rPr>
              <a:t>MAGECAR</a:t>
            </a:r>
            <a:endParaRPr lang="hu-HU" sz="1600" b="1" spc="-339" dirty="0">
              <a:latin typeface="PMingLiU-ExtB" panose="02020500000000000000" pitchFamily="18" charset="-120"/>
              <a:ea typeface="PMingLiU-ExtB" panose="02020500000000000000" pitchFamily="18" charset="-120"/>
              <a:cs typeface="Poppins Bold" panose="020B0604020202020204" charset="-18"/>
              <a:sym typeface="Poppins Bold"/>
            </a:endParaRP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F8A405F5-4C25-46FA-AD6B-B550335809F7}"/>
              </a:ext>
            </a:extLst>
          </p:cNvPr>
          <p:cNvSpPr txBox="1"/>
          <p:nvPr/>
        </p:nvSpPr>
        <p:spPr>
          <a:xfrm>
            <a:off x="1143000" y="2903842"/>
            <a:ext cx="61516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2800" dirty="0">
                <a:latin typeface="Microsoft YaHei Light" panose="020B0502040204020203" pitchFamily="34" charset="-122"/>
                <a:ea typeface="Microsoft YaHei Light" panose="020B0502040204020203" pitchFamily="34" charset="-122"/>
                <a:cs typeface="Poppins Bold" panose="020B0604020202020204" charset="-18"/>
              </a:rPr>
              <a:t>Rácz Gergő – Maszlavér Bence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75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982" r="-1598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28700" y="771525"/>
            <a:ext cx="7581900" cy="21967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039"/>
              </a:lnSpc>
            </a:pPr>
            <a:r>
              <a:rPr lang="hu-HU" sz="9600" b="1" spc="-339" dirty="0">
                <a:solidFill>
                  <a:srgbClr val="FFFFFF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Poppins Bold"/>
                <a:sym typeface="Poppins Bold"/>
              </a:rPr>
              <a:t>Eszközeink</a:t>
            </a:r>
            <a:endParaRPr lang="en-US" sz="9600" b="1" spc="-339" dirty="0">
              <a:solidFill>
                <a:srgbClr val="FFFFFF"/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  <a:cs typeface="Poppins Bold"/>
              <a:sym typeface="Poppins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28700" y="3690565"/>
            <a:ext cx="6265962" cy="3323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hu-HU" sz="5400" dirty="0">
                <a:solidFill>
                  <a:schemeClr val="bg1"/>
                </a:solidFill>
                <a:latin typeface="Poppins Light" panose="020B0604020202020204" charset="-18"/>
                <a:cs typeface="Poppins Light" panose="020B0604020202020204" charset="-18"/>
              </a:rPr>
              <a:t>AI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hu-HU" sz="5400" dirty="0" err="1">
                <a:solidFill>
                  <a:schemeClr val="bg1"/>
                </a:solidFill>
                <a:latin typeface="Poppins Light" panose="020B0604020202020204" charset="-18"/>
                <a:cs typeface="Poppins Light" panose="020B0604020202020204" charset="-18"/>
              </a:rPr>
              <a:t>Canva</a:t>
            </a:r>
            <a:endParaRPr lang="hu-HU" sz="5400" dirty="0">
              <a:solidFill>
                <a:schemeClr val="bg1"/>
              </a:solidFill>
              <a:latin typeface="Poppins Light" panose="020B0604020202020204" charset="-18"/>
              <a:cs typeface="Poppins Light" panose="020B0604020202020204" charset="-18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hu-HU" sz="5400" dirty="0">
                <a:solidFill>
                  <a:schemeClr val="bg1"/>
                </a:solidFill>
                <a:latin typeface="Poppins Light" panose="020B0604020202020204" charset="-18"/>
                <a:cs typeface="Poppins Light" panose="020B0604020202020204" charset="-18"/>
              </a:rPr>
              <a:t>GitHub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hu-HU" sz="5400" dirty="0" err="1">
                <a:solidFill>
                  <a:schemeClr val="bg1"/>
                </a:solidFill>
                <a:latin typeface="Poppins Light" panose="020B0604020202020204" charset="-18"/>
                <a:cs typeface="Poppins Light" panose="020B0604020202020204" charset="-18"/>
              </a:rPr>
              <a:t>Trello</a:t>
            </a:r>
            <a:endParaRPr lang="en-US" sz="5400" b="1" dirty="0">
              <a:solidFill>
                <a:srgbClr val="FFFFFF"/>
              </a:solidFill>
              <a:latin typeface="Poppins Light" panose="020B0604020202020204" charset="-18"/>
              <a:ea typeface="Poppins Bold"/>
              <a:cs typeface="Poppins Light" panose="020B0604020202020204" charset="-18"/>
              <a:sym typeface="Poppins 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7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7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75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7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75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7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75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7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-1295400" y="727139"/>
            <a:ext cx="13144500" cy="22561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9039"/>
              </a:lnSpc>
            </a:pPr>
            <a:r>
              <a:rPr lang="hu-HU" sz="13599" b="1" spc="-339" dirty="0">
                <a:solidFill>
                  <a:srgbClr val="FFFFFF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Poppins Bold"/>
                <a:sym typeface="Poppins Bold"/>
              </a:rPr>
              <a:t>AI használat</a:t>
            </a:r>
            <a:endParaRPr lang="en-US" sz="13599" b="1" spc="-339" dirty="0">
              <a:solidFill>
                <a:srgbClr val="FFFFFF"/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  <a:cs typeface="Poppins Bold"/>
              <a:sym typeface="Poppins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143000" y="2799288"/>
            <a:ext cx="11926670" cy="1846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59"/>
              </a:lnSpc>
            </a:pPr>
            <a:r>
              <a:rPr lang="hu-HU" sz="3399" spc="84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AI-t a képek generálásához, a szövegek megfogalmazásához és inspiráció gyűjtéshez használtunk.</a:t>
            </a:r>
            <a:endParaRPr lang="en-US" sz="3399" spc="84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7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75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5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FE8D545-D00D-4132-92F6-15904B4FA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0" y="723900"/>
            <a:ext cx="82296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hu-HU" sz="9000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Poppins Bold" panose="020B0604020202020204" charset="-18"/>
              </a:rPr>
              <a:t>Időbeosztás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11EE90A-27DA-4877-955D-94EF22AFAB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2738438"/>
            <a:ext cx="6257925" cy="6527007"/>
          </a:xfrm>
        </p:spPr>
        <p:txBody>
          <a:bodyPr/>
          <a:lstStyle/>
          <a:p>
            <a:pPr marL="0" indent="0" algn="ctr">
              <a:buNone/>
            </a:pPr>
            <a:r>
              <a:rPr lang="hu-HU" sz="6000" dirty="0">
                <a:solidFill>
                  <a:schemeClr val="bg1"/>
                </a:solidFill>
                <a:latin typeface="Poppins Bold" panose="020B0604020202020204" charset="-18"/>
                <a:cs typeface="Poppins Bold" panose="020B0604020202020204" charset="-18"/>
              </a:rPr>
              <a:t>1.Hét</a:t>
            </a:r>
          </a:p>
          <a:p>
            <a:pPr marL="0" indent="0" algn="ctr">
              <a:buNone/>
            </a:pPr>
            <a:endParaRPr lang="hu-HU" dirty="0"/>
          </a:p>
          <a:p>
            <a:pPr algn="ctr"/>
            <a:r>
              <a:rPr lang="hu-HU" sz="4000" dirty="0">
                <a:solidFill>
                  <a:schemeClr val="bg1"/>
                </a:solidFill>
                <a:latin typeface="Poppins Light" panose="020B0604020202020204" charset="-18"/>
                <a:cs typeface="Poppins Light" panose="020B0604020202020204" charset="-18"/>
              </a:rPr>
              <a:t>Tervezés, ötletelés</a:t>
            </a:r>
          </a:p>
          <a:p>
            <a:pPr algn="ctr"/>
            <a:r>
              <a:rPr lang="hu-HU" sz="4000" dirty="0">
                <a:solidFill>
                  <a:schemeClr val="bg1"/>
                </a:solidFill>
                <a:latin typeface="Poppins Light" panose="020B0604020202020204" charset="-18"/>
                <a:cs typeface="Poppins Light" panose="020B0604020202020204" charset="-18"/>
              </a:rPr>
              <a:t>Specifikáció </a:t>
            </a:r>
            <a:r>
              <a:rPr lang="hu-HU" sz="4000" dirty="0" err="1">
                <a:solidFill>
                  <a:schemeClr val="bg1"/>
                </a:solidFill>
                <a:latin typeface="Poppins Light" panose="020B0604020202020204" charset="-18"/>
                <a:cs typeface="Poppins Light" panose="020B0604020202020204" charset="-18"/>
              </a:rPr>
              <a:t>fogalm</a:t>
            </a:r>
            <a:r>
              <a:rPr lang="hu-HU" sz="4000" dirty="0">
                <a:solidFill>
                  <a:schemeClr val="bg1"/>
                </a:solidFill>
                <a:latin typeface="Poppins Light" panose="020B0604020202020204" charset="-18"/>
                <a:cs typeface="Poppins Light" panose="020B0604020202020204" charset="-18"/>
              </a:rPr>
              <a:t>.</a:t>
            </a:r>
          </a:p>
          <a:p>
            <a:pPr algn="ctr"/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A1FEA8B2-E705-4EB8-A85B-0774114AE1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7924" y="2705100"/>
            <a:ext cx="6015038" cy="6527007"/>
          </a:xfrm>
        </p:spPr>
        <p:txBody>
          <a:bodyPr/>
          <a:lstStyle/>
          <a:p>
            <a:pPr marL="0" indent="0" algn="ctr">
              <a:buNone/>
            </a:pPr>
            <a:r>
              <a:rPr lang="hu-HU" sz="6000" dirty="0">
                <a:solidFill>
                  <a:schemeClr val="bg1"/>
                </a:solidFill>
                <a:latin typeface="Poppins Bold" panose="020B0604020202020204" charset="-18"/>
                <a:cs typeface="Poppins Bold" panose="020B0604020202020204" charset="-18"/>
              </a:rPr>
              <a:t>2.Hét</a:t>
            </a:r>
          </a:p>
          <a:p>
            <a:pPr marL="0" indent="0" algn="ctr">
              <a:buNone/>
            </a:pPr>
            <a:endParaRPr lang="hu-HU" dirty="0"/>
          </a:p>
          <a:p>
            <a:pPr algn="ctr"/>
            <a:r>
              <a:rPr lang="hu-HU" sz="4000" dirty="0">
                <a:solidFill>
                  <a:schemeClr val="bg1"/>
                </a:solidFill>
                <a:latin typeface="Poppins Light" panose="020B0604020202020204" charset="-18"/>
                <a:cs typeface="Poppins Light" panose="020B0604020202020204" charset="-18"/>
              </a:rPr>
              <a:t>HTML, </a:t>
            </a:r>
            <a:r>
              <a:rPr lang="hu-HU" sz="4000" dirty="0" err="1">
                <a:solidFill>
                  <a:schemeClr val="bg1"/>
                </a:solidFill>
                <a:latin typeface="Poppins Light" panose="020B0604020202020204" charset="-18"/>
                <a:cs typeface="Poppins Light" panose="020B0604020202020204" charset="-18"/>
              </a:rPr>
              <a:t>css</a:t>
            </a:r>
            <a:r>
              <a:rPr lang="hu-HU" sz="4000" dirty="0">
                <a:solidFill>
                  <a:schemeClr val="bg1"/>
                </a:solidFill>
                <a:latin typeface="Poppins Light" panose="020B0604020202020204" charset="-18"/>
                <a:cs typeface="Poppins Light" panose="020B0604020202020204" charset="-18"/>
              </a:rPr>
              <a:t> megírása</a:t>
            </a:r>
          </a:p>
          <a:p>
            <a:pPr algn="ctr"/>
            <a:r>
              <a:rPr lang="hu-HU" sz="4000" dirty="0">
                <a:solidFill>
                  <a:schemeClr val="bg1"/>
                </a:solidFill>
                <a:latin typeface="Poppins Light" panose="020B0604020202020204" charset="-18"/>
                <a:cs typeface="Poppins Light" panose="020B0604020202020204" charset="-18"/>
              </a:rPr>
              <a:t>AI használat: kép</a:t>
            </a: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66C43813-DE94-4A4A-97F9-15E1958BCB78}"/>
              </a:ext>
            </a:extLst>
          </p:cNvPr>
          <p:cNvSpPr txBox="1"/>
          <p:nvPr/>
        </p:nvSpPr>
        <p:spPr>
          <a:xfrm>
            <a:off x="12272961" y="2738438"/>
            <a:ext cx="5759175" cy="31752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6000" dirty="0">
                <a:solidFill>
                  <a:schemeClr val="bg1"/>
                </a:solidFill>
                <a:latin typeface="Poppins Bold" panose="020B0604020202020204" charset="-18"/>
                <a:cs typeface="Poppins Bold" panose="020B0604020202020204" charset="-18"/>
              </a:rPr>
              <a:t>3.Hét</a:t>
            </a:r>
          </a:p>
          <a:p>
            <a:pPr algn="ctr"/>
            <a:endParaRPr lang="hu-HU" sz="4200" dirty="0"/>
          </a:p>
          <a:p>
            <a:pPr marL="685800" indent="-685800" algn="ctr">
              <a:lnSpc>
                <a:spcPts val="5940"/>
              </a:lnSpc>
              <a:buFont typeface="Arial" panose="020B0604020202020204" pitchFamily="34" charset="0"/>
              <a:buChar char="•"/>
            </a:pPr>
            <a:r>
              <a:rPr lang="hu-HU" sz="4000" dirty="0">
                <a:solidFill>
                  <a:schemeClr val="bg1"/>
                </a:solidFill>
                <a:latin typeface="Poppins Light" panose="020B0604020202020204" charset="-18"/>
                <a:cs typeface="Poppins Light" panose="020B0604020202020204" charset="-18"/>
              </a:rPr>
              <a:t>Tökéletesítés</a:t>
            </a:r>
          </a:p>
          <a:p>
            <a:pPr marL="685800" indent="-685800" algn="ctr">
              <a:lnSpc>
                <a:spcPts val="5940"/>
              </a:lnSpc>
              <a:buFont typeface="Arial" panose="020B0604020202020204" pitchFamily="34" charset="0"/>
              <a:buChar char="•"/>
            </a:pPr>
            <a:r>
              <a:rPr lang="hu-HU" sz="4000" dirty="0">
                <a:solidFill>
                  <a:schemeClr val="bg1"/>
                </a:solidFill>
                <a:latin typeface="Poppins Light" panose="020B0604020202020204" charset="-18"/>
                <a:cs typeface="Poppins Light" panose="020B0604020202020204" charset="-18"/>
              </a:rPr>
              <a:t>PPT összerakása</a:t>
            </a:r>
          </a:p>
        </p:txBody>
      </p:sp>
    </p:spTree>
    <p:extLst>
      <p:ext uri="{BB962C8B-B14F-4D97-AF65-F5344CB8AC3E}">
        <p14:creationId xmlns:p14="http://schemas.microsoft.com/office/powerpoint/2010/main" val="4064991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75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7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7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75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7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5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7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75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75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75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500"/>
                            </p:stCondLst>
                            <p:childTnLst>
                              <p:par>
                                <p:cTn id="44" presetID="10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75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723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8905" r="-1787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Cím 1">
            <a:extLst>
              <a:ext uri="{FF2B5EF4-FFF2-40B4-BE49-F238E27FC236}">
                <a16:creationId xmlns:a16="http://schemas.microsoft.com/office/drawing/2014/main" id="{5058A9DA-F249-4672-B35F-D0079192C114}"/>
              </a:ext>
            </a:extLst>
          </p:cNvPr>
          <p:cNvSpPr txBox="1">
            <a:spLocks/>
          </p:cNvSpPr>
          <p:nvPr/>
        </p:nvSpPr>
        <p:spPr>
          <a:xfrm>
            <a:off x="3897923" y="800100"/>
            <a:ext cx="10515600" cy="1325563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 sz="80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oppins Bold" panose="020B0604020202020204" charset="-18"/>
              </a:rPr>
              <a:t>Munkamegosztás</a:t>
            </a: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C4B54DDA-BB87-4794-8640-27F7C73D3185}"/>
              </a:ext>
            </a:extLst>
          </p:cNvPr>
          <p:cNvSpPr txBox="1"/>
          <p:nvPr/>
        </p:nvSpPr>
        <p:spPr>
          <a:xfrm>
            <a:off x="4560277" y="2509337"/>
            <a:ext cx="4191000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4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oppins Bold" panose="020B0604020202020204" charset="-18"/>
                <a:cs typeface="Poppins Bold" panose="020B0604020202020204" charset="-18"/>
              </a:rPr>
              <a:t>Beni</a:t>
            </a:r>
            <a:endParaRPr lang="hu-HU" sz="4000" dirty="0">
              <a:solidFill>
                <a:schemeClr val="tx1">
                  <a:lumMod val="85000"/>
                  <a:lumOff val="15000"/>
                </a:schemeClr>
              </a:solidFill>
              <a:latin typeface="Poppins Bold" panose="020B0604020202020204" charset="-18"/>
              <a:cs typeface="Poppins Bold" panose="020B0604020202020204" charset="-18"/>
            </a:endParaRPr>
          </a:p>
          <a:p>
            <a:pPr algn="ctr"/>
            <a:endParaRPr lang="hu-HU" sz="2800" dirty="0"/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hu-HU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 Light" panose="020B0604020202020204" charset="-18"/>
                <a:cs typeface="Poppins Light" panose="020B0604020202020204" charset="-18"/>
              </a:rPr>
              <a:t>HTML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hu-HU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 Light" panose="020B0604020202020204" charset="-18"/>
                <a:cs typeface="Poppins Light" panose="020B0604020202020204" charset="-18"/>
              </a:rPr>
              <a:t>CSS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hu-HU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 Light" panose="020B0604020202020204" charset="-18"/>
                <a:cs typeface="Poppins Light" panose="020B0604020202020204" charset="-18"/>
              </a:rPr>
              <a:t>JS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hu-HU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 Light" panose="020B0604020202020204" charset="-18"/>
                <a:cs typeface="Poppins Light" panose="020B0604020202020204" charset="-18"/>
              </a:rPr>
              <a:t>Kép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hu-HU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 Light" panose="020B0604020202020204" charset="-18"/>
                <a:cs typeface="Poppins Light" panose="020B0604020202020204" charset="-18"/>
              </a:rPr>
              <a:t>PPT</a:t>
            </a:r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984CB614-DB51-49EA-A49A-3AB7090468F9}"/>
              </a:ext>
            </a:extLst>
          </p:cNvPr>
          <p:cNvSpPr txBox="1"/>
          <p:nvPr/>
        </p:nvSpPr>
        <p:spPr>
          <a:xfrm>
            <a:off x="9448800" y="2521017"/>
            <a:ext cx="27432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4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oppins Bold" panose="020B0604020202020204" charset="-18"/>
                <a:cs typeface="Poppins Bold" panose="020B0604020202020204" charset="-18"/>
              </a:rPr>
              <a:t>Gegrő</a:t>
            </a:r>
            <a:endParaRPr lang="hu-HU" sz="4000" dirty="0">
              <a:solidFill>
                <a:schemeClr val="tx1">
                  <a:lumMod val="85000"/>
                  <a:lumOff val="15000"/>
                </a:schemeClr>
              </a:solidFill>
              <a:latin typeface="Poppins Bold" panose="020B0604020202020204" charset="-18"/>
              <a:cs typeface="Poppins Bold" panose="020B0604020202020204" charset="-18"/>
            </a:endParaRPr>
          </a:p>
          <a:p>
            <a:pPr algn="ctr"/>
            <a:endParaRPr lang="hu-HU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hu-HU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 Light" panose="020B0604020202020204" charset="-18"/>
                <a:cs typeface="Poppins Light" panose="020B0604020202020204" charset="-18"/>
              </a:rPr>
              <a:t>HTML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hu-HU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 Light" panose="020B0604020202020204" charset="-18"/>
                <a:cs typeface="Poppins Light" panose="020B0604020202020204" charset="-18"/>
              </a:rPr>
              <a:t>CSS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hu-HU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 Light" panose="020B0604020202020204" charset="-18"/>
                <a:cs typeface="Poppins Light" panose="020B0604020202020204" charset="-18"/>
              </a:rPr>
              <a:t>JS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hu-HU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 Light" panose="020B0604020202020204" charset="-18"/>
                <a:cs typeface="Poppins Light" panose="020B0604020202020204" charset="-18"/>
              </a:rPr>
              <a:t>Kép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hu-HU" sz="2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oppins Light" panose="020B0604020202020204" charset="-18"/>
                <a:cs typeface="Poppins Light" panose="020B0604020202020204" charset="-18"/>
              </a:rPr>
              <a:t>Trello</a:t>
            </a:r>
            <a:endParaRPr lang="hu-HU" sz="2800" dirty="0">
              <a:solidFill>
                <a:schemeClr val="tx1">
                  <a:lumMod val="85000"/>
                  <a:lumOff val="15000"/>
                </a:schemeClr>
              </a:solidFill>
              <a:latin typeface="Poppins Light" panose="020B0604020202020204" charset="-18"/>
              <a:cs typeface="Poppins Light" panose="020B0604020202020204" charset="-18"/>
            </a:endParaRPr>
          </a:p>
          <a:p>
            <a:endParaRPr lang="hu-H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75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75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75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75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75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75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75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75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750"/>
                            </p:stCondLst>
                            <p:childTnLst>
                              <p:par>
                                <p:cTn id="36" presetID="10" presetClass="entr" presetSubtype="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75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75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8250"/>
                            </p:stCondLst>
                            <p:childTnLst>
                              <p:par>
                                <p:cTn id="44" presetID="10" presetClass="entr" presetSubtype="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75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1500"/>
                            </p:stCondLst>
                            <p:childTnLst>
                              <p:par>
                                <p:cTn id="48" presetID="10" presetClass="entr" presetSubtype="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75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4750"/>
                            </p:stCondLst>
                            <p:childTnLst>
                              <p:par>
                                <p:cTn id="52" presetID="10" presetClass="entr" presetSubtype="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75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>
            <a:extLst>
              <a:ext uri="{FF2B5EF4-FFF2-40B4-BE49-F238E27FC236}">
                <a16:creationId xmlns:a16="http://schemas.microsoft.com/office/drawing/2014/main" id="{A049FBEB-8B38-412F-8181-336B6F1043FD}"/>
              </a:ext>
            </a:extLst>
          </p:cNvPr>
          <p:cNvSpPr txBox="1"/>
          <p:nvPr/>
        </p:nvSpPr>
        <p:spPr>
          <a:xfrm>
            <a:off x="10363200" y="3924300"/>
            <a:ext cx="685800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ctr">
              <a:buFont typeface="Arial" panose="020B0604020202020204" pitchFamily="34" charset="0"/>
              <a:buChar char="•"/>
            </a:pPr>
            <a:r>
              <a:rPr lang="hu-HU" sz="4400" dirty="0">
                <a:solidFill>
                  <a:schemeClr val="bg1"/>
                </a:solidFill>
                <a:latin typeface="Poppins Light" panose="020B0604020202020204" charset="-18"/>
                <a:cs typeface="Poppins Light" panose="020B0604020202020204" charset="-18"/>
              </a:rPr>
              <a:t>AI használat</a:t>
            </a:r>
          </a:p>
          <a:p>
            <a:pPr marL="571500" indent="-571500" algn="ctr">
              <a:buFont typeface="Arial" panose="020B0604020202020204" pitchFamily="34" charset="0"/>
              <a:buChar char="•"/>
            </a:pPr>
            <a:r>
              <a:rPr lang="hu-HU" sz="4400" dirty="0">
                <a:solidFill>
                  <a:schemeClr val="bg1"/>
                </a:solidFill>
                <a:latin typeface="Poppins Light" panose="020B0604020202020204" charset="-18"/>
                <a:cs typeface="Poppins Light" panose="020B0604020202020204" charset="-18"/>
              </a:rPr>
              <a:t>Inspiráció gyűjtés</a:t>
            </a:r>
          </a:p>
          <a:p>
            <a:pPr marL="571500" indent="-571500" algn="ctr">
              <a:buFont typeface="Arial" panose="020B0604020202020204" pitchFamily="34" charset="0"/>
              <a:buChar char="•"/>
            </a:pPr>
            <a:r>
              <a:rPr lang="hu-HU" sz="4400" dirty="0">
                <a:solidFill>
                  <a:schemeClr val="bg1"/>
                </a:solidFill>
                <a:latin typeface="Poppins Light" panose="020B0604020202020204" charset="-18"/>
                <a:cs typeface="Poppins Light" panose="020B0604020202020204" charset="-18"/>
              </a:rPr>
              <a:t>Csapatban dolgozás</a:t>
            </a:r>
          </a:p>
          <a:p>
            <a:pPr marL="571500" indent="-571500" algn="ctr">
              <a:buFont typeface="Arial" panose="020B0604020202020204" pitchFamily="34" charset="0"/>
              <a:buChar char="•"/>
            </a:pPr>
            <a:r>
              <a:rPr lang="hu-HU" sz="4400" dirty="0">
                <a:solidFill>
                  <a:schemeClr val="bg1"/>
                </a:solidFill>
                <a:latin typeface="Poppins Light" panose="020B0604020202020204" charset="-18"/>
                <a:cs typeface="Poppins Light" panose="020B0604020202020204" charset="-18"/>
              </a:rPr>
              <a:t>JS gyakorlás</a:t>
            </a:r>
            <a:endParaRPr lang="hu-HU" sz="4400" dirty="0">
              <a:latin typeface="Poppins Light" panose="020B0604020202020204" charset="-18"/>
              <a:cs typeface="Poppins Light" panose="020B0604020202020204" charset="-18"/>
            </a:endParaRP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D18FA084-F5E8-4547-89B6-8F82F6EC0118}"/>
              </a:ext>
            </a:extLst>
          </p:cNvPr>
          <p:cNvSpPr txBox="1"/>
          <p:nvPr/>
        </p:nvSpPr>
        <p:spPr>
          <a:xfrm>
            <a:off x="9448800" y="1485900"/>
            <a:ext cx="86868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80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oppins Bold" panose="020B0604020202020204" charset="-18"/>
              </a:rPr>
              <a:t>Tapasztalatok</a:t>
            </a:r>
            <a:endParaRPr lang="hu-HU" sz="8000" dirty="0">
              <a:latin typeface="Microsoft YaHei" panose="020B0503020204020204" pitchFamily="34" charset="-122"/>
              <a:ea typeface="Microsoft YaHei" panose="020B0503020204020204" pitchFamily="34" charset="-122"/>
              <a:cs typeface="Poppins Bold" panose="020B0604020202020204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2596022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7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75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75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825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75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1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75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5214751" y="1914585"/>
            <a:ext cx="7858497" cy="295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hu-HU" sz="9600" b="1" spc="-339" dirty="0">
                <a:solidFill>
                  <a:srgbClr val="FFFFFF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Poppins Bold"/>
                <a:sym typeface="Poppins Bold"/>
              </a:rPr>
              <a:t>Köszönjük a figyelmet!</a:t>
            </a:r>
            <a:endParaRPr lang="en-US" sz="9600" b="1" spc="-339" dirty="0">
              <a:solidFill>
                <a:srgbClr val="FFFFFF"/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  <a:cs typeface="Poppins Bold"/>
              <a:sym typeface="Poppins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011019" y="2712240"/>
            <a:ext cx="6265962" cy="135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639"/>
              </a:lnSpc>
            </a:pPr>
            <a:endParaRPr lang="en-US" sz="7599" b="1" dirty="0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3268529" y="8077835"/>
            <a:ext cx="10977742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endParaRPr lang="en-US" sz="3399" spc="84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</Words>
  <Application>Microsoft Office PowerPoint</Application>
  <PresentationFormat>Egyéni</PresentationFormat>
  <Paragraphs>43</Paragraphs>
  <Slides>7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9</vt:i4>
      </vt:variant>
      <vt:variant>
        <vt:lpstr>Téma</vt:lpstr>
      </vt:variant>
      <vt:variant>
        <vt:i4>1</vt:i4>
      </vt:variant>
      <vt:variant>
        <vt:lpstr>Diacímek</vt:lpstr>
      </vt:variant>
      <vt:variant>
        <vt:i4>7</vt:i4>
      </vt:variant>
    </vt:vector>
  </HeadingPairs>
  <TitlesOfParts>
    <vt:vector size="17" baseType="lpstr">
      <vt:lpstr>Poppins Light</vt:lpstr>
      <vt:lpstr>Microsoft YaHei UI</vt:lpstr>
      <vt:lpstr>Microsoft YaHei Light</vt:lpstr>
      <vt:lpstr>Baskerville Old Face</vt:lpstr>
      <vt:lpstr>Calibri</vt:lpstr>
      <vt:lpstr>Arial</vt:lpstr>
      <vt:lpstr>Poppins Bold</vt:lpstr>
      <vt:lpstr>PMingLiU-ExtB</vt:lpstr>
      <vt:lpstr>Microsoft YaHei</vt:lpstr>
      <vt:lpstr>Office Theme</vt:lpstr>
      <vt:lpstr>PowerPoint-bemutató</vt:lpstr>
      <vt:lpstr>PowerPoint-bemutató</vt:lpstr>
      <vt:lpstr>PowerPoint-bemutató</vt:lpstr>
      <vt:lpstr>Időbeosztás</vt:lpstr>
      <vt:lpstr>PowerPoint-bemutató</vt:lpstr>
      <vt:lpstr>PowerPoint-bemutató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Lorem ipsum dolor sit amet, consectetur adipiscing elit. Fusce ultricies ex libero. Nunc a ante lectus. Pellentesque commodo, tortor vel facilisis accumsan, augue tellus accumsan nisl, nec varius metus tellus sit amet urna. Etiam auctor tincidunt</dc:title>
  <dc:creator>Maszlavér Bence</dc:creator>
  <cp:lastModifiedBy>Maszlavér Bence</cp:lastModifiedBy>
  <cp:revision>10</cp:revision>
  <dcterms:created xsi:type="dcterms:W3CDTF">2006-08-16T00:00:00Z</dcterms:created>
  <dcterms:modified xsi:type="dcterms:W3CDTF">2026-05-12T09:00:26Z</dcterms:modified>
  <dc:identifier>DAGfGdmfLVY</dc:identifier>
</cp:coreProperties>
</file>